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58" r:id="rId5"/>
    <p:sldId id="274" r:id="rId6"/>
    <p:sldId id="260" r:id="rId7"/>
    <p:sldId id="284" r:id="rId8"/>
    <p:sldId id="275" r:id="rId9"/>
    <p:sldId id="261" r:id="rId10"/>
    <p:sldId id="276" r:id="rId11"/>
    <p:sldId id="282" r:id="rId12"/>
    <p:sldId id="283" r:id="rId13"/>
    <p:sldId id="262" r:id="rId14"/>
    <p:sldId id="286" r:id="rId15"/>
    <p:sldId id="277" r:id="rId16"/>
    <p:sldId id="278" r:id="rId17"/>
    <p:sldId id="279" r:id="rId18"/>
    <p:sldId id="281" r:id="rId19"/>
    <p:sldId id="26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2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5949" autoAdjust="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52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F34FB-49DE-4DE4-B304-B1C3FD9D2E6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EBADE-1EF8-477B-A9E5-BCE6889930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40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EBADE-1EF8-477B-A9E5-BCE68899301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기능의 액티비티 단위로 나누었음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EBADE-1EF8-477B-A9E5-BCE68899301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7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582B3-0DDE-40CC-9CCB-B2E71219D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1482E5-A4F2-40B8-8D37-2B9F7253A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A8691B-B1AD-4FFC-ABF2-42FA1022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DAD10-F364-47DE-9C1F-F47AC49D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E95106-ADC3-4117-A062-BE38FF25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94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E5132-FB00-4E4D-B016-51CA9306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9C1622-37D7-4639-85C8-46A57202D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0E0781-C03A-4A6C-B706-0132A4DC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D6E2D-EF75-4FE2-9024-8387EEA5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DC280-5FD2-4ABB-85F6-B295C6DD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2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3ACF8-ECA9-4E26-8571-5021A5C2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D11-1634-466E-A88E-FF6AF3832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02DBA-38E8-4B50-8102-A870B20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A184B-488D-4B17-8AA9-A0926E71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AE57A-9BE8-4110-9F5E-2322E8BC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8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6C08C-2E50-4C3F-AA31-7681BAB0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0CEF2-DB91-4317-A1C2-19933BE7D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32B605-3E80-4EC3-9F3D-95A60A5BF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63461-4088-4CAF-8D4C-4E3CD0FD9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AE4208-E4AC-4F5E-99FE-7DF38D3B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8D7A00-D2E7-49FA-8E15-AB868F40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70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22C81-4BB6-43E5-8B87-B0C758BF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2500AF-9BC8-490E-90B9-FD97E268B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2345CA-26B5-4B9C-AB4A-5A1B8FD70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80C35A-4A95-458C-B683-900B04F0E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D9339E-8850-4659-8682-4C7BE1A3C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8E61BA-3242-40D6-9B2B-B1386CBC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07DE0C-255F-496B-87E0-365A98E9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5D523B-F611-49A0-97AD-B694258A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36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26200-3003-4CF6-98F3-C0153187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9E75CC-D341-4A54-9515-5049A4EA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A23A0C-5C47-44CB-B4EE-BB9D9118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87A699-C1D9-4515-AAD6-8B8DDD32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6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9BEB12-F151-4DFA-AB0E-C7AA4B35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470CCD-218F-42F1-851F-EA46DE66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C8305-4272-449B-9166-790B658B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78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7AD31-6F01-468A-8BFF-8FE933CC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5B3FE-EA5B-4C5D-B095-F99D478A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4C09B2-27B2-44D7-8C8F-17AD6DD8E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7A3D4F-4524-450B-9C72-58CEF144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6E6EA7-78BA-44C2-B382-ACCF52C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EBC4F1-BAAB-4EDC-A4B0-5A7BB034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2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DDC1A-8E29-4EEC-89D3-913C5226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9AD720-511D-4750-B952-22FE6DC55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27CBAC-C197-482C-B988-D658CC2F1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ABF66D-04F7-49DD-88DB-735C69B6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E30A7E-D5E3-4311-908B-DCC50150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C7F253-1DF4-4B90-8A43-3D181A9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29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B7FA-2892-4686-A648-07BB18A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F9F588-FC7E-4131-8995-6B53BF783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1563B-B09A-4804-9E22-615AC108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890C0-6B62-4704-9C66-56E32106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5CBAC-B2A4-4CAF-896B-FEEBE69D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87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46A4C2-5C63-4CC3-8C03-8504DAAC4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9BDA77-9E01-4C0E-9D96-B1F56D985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3392D0-8FF4-4270-8668-FAD3433B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22BB2-6B93-43F6-BC4A-EED4BC96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85AF67-ECC2-45BA-AE4F-3C5010B4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7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D2B25E-7ECF-4DD6-9912-8DE142A1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F7DC7D-4630-463A-840F-2048E858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50084-143E-49DA-AB67-ADAFBA2B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D856-946E-40F7-9373-268F9E0A7E3E}" type="datetimeFigureOut">
              <a:rPr lang="ko-KR" altLang="en-US" smtClean="0"/>
              <a:t>2020-04-27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C7697-0D47-4876-B51C-ADE1CCBE2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EBA609-7BE4-4E88-B385-548C15F2A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D5318-6EB5-4F26-BE13-C379BFAB67C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40C487-7CF0-42EE-BB7B-816FC914D6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87836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FC302F-E5AB-4B7E-8F9A-63197B6726B2}"/>
              </a:ext>
            </a:extLst>
          </p:cNvPr>
          <p:cNvSpPr txBox="1"/>
          <p:nvPr/>
        </p:nvSpPr>
        <p:spPr>
          <a:xfrm>
            <a:off x="2500315" y="2588910"/>
            <a:ext cx="721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오픈소스 전문프로젝트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B7AAF-2490-4187-A21B-9B64A47C335D}"/>
              </a:ext>
            </a:extLst>
          </p:cNvPr>
          <p:cNvSpPr txBox="1"/>
          <p:nvPr/>
        </p:nvSpPr>
        <p:spPr>
          <a:xfrm>
            <a:off x="2500315" y="3365212"/>
            <a:ext cx="721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UI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설계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46921E9-C74B-4A73-BB8C-B3C6953B7C3B}"/>
              </a:ext>
            </a:extLst>
          </p:cNvPr>
          <p:cNvGrpSpPr/>
          <p:nvPr/>
        </p:nvGrpSpPr>
        <p:grpSpPr>
          <a:xfrm>
            <a:off x="1324909" y="-48358"/>
            <a:ext cx="3052764" cy="3052763"/>
            <a:chOff x="1050588" y="-40482"/>
            <a:chExt cx="3052764" cy="305276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8B53AC2-82A0-4349-AF79-5A7C370CA9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66F7A919-E66F-4777-A8A1-68EC36453261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FC94E68-9D0C-4C81-B0F8-B5A643CB11B9}"/>
              </a:ext>
            </a:extLst>
          </p:cNvPr>
          <p:cNvSpPr txBox="1"/>
          <p:nvPr/>
        </p:nvSpPr>
        <p:spPr>
          <a:xfrm>
            <a:off x="2490791" y="4306852"/>
            <a:ext cx="72104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</a:t>
            </a:r>
            <a:endParaRPr lang="en-US" altLang="ko-KR" sz="1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2016038039 </a:t>
            </a:r>
            <a:r>
              <a:rPr lang="ko-KR" altLang="en-US" sz="14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최건희</a:t>
            </a:r>
            <a:endParaRPr lang="en-US" altLang="ko-KR" sz="1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2016038028 </a:t>
            </a:r>
            <a:r>
              <a:rPr lang="ko-KR" altLang="en-US" sz="14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배석훈</a:t>
            </a:r>
            <a:endParaRPr lang="en-US" altLang="ko-KR" sz="1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2016038037 </a:t>
            </a:r>
            <a:r>
              <a:rPr lang="ko-KR" altLang="en-US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김성훈</a:t>
            </a:r>
            <a:endParaRPr lang="en-US" altLang="ko-KR" sz="1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2016038025 </a:t>
            </a:r>
            <a:r>
              <a:rPr lang="ko-KR" altLang="en-US" sz="1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박상협</a:t>
            </a:r>
          </a:p>
        </p:txBody>
      </p:sp>
    </p:spTree>
    <p:extLst>
      <p:ext uri="{BB962C8B-B14F-4D97-AF65-F5344CB8AC3E}">
        <p14:creationId xmlns:p14="http://schemas.microsoft.com/office/powerpoint/2010/main" val="2867161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026F1F2-0D13-445E-BF7D-5F2ACAA41B50}"/>
              </a:ext>
            </a:extLst>
          </p:cNvPr>
          <p:cNvGrpSpPr/>
          <p:nvPr/>
        </p:nvGrpSpPr>
        <p:grpSpPr>
          <a:xfrm>
            <a:off x="1060113" y="0"/>
            <a:ext cx="1216363" cy="1216363"/>
            <a:chOff x="1050588" y="-40482"/>
            <a:chExt cx="3052764" cy="3052763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A099854-66F2-46A8-B2E8-4A7B6E466A78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원호 21">
              <a:extLst>
                <a:ext uri="{FF2B5EF4-FFF2-40B4-BE49-F238E27FC236}">
                  <a16:creationId xmlns:a16="http://schemas.microsoft.com/office/drawing/2014/main" id="{CFB7664F-9481-4620-A8D2-21C360697C21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1776415" y="923978"/>
            <a:ext cx="2805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  <a:endParaRPr lang="ko-KR" altLang="en-US" sz="32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눈물 방울 23">
            <a:extLst>
              <a:ext uri="{FF2B5EF4-FFF2-40B4-BE49-F238E27FC236}">
                <a16:creationId xmlns:a16="http://schemas.microsoft.com/office/drawing/2014/main" id="{8678FE69-612D-4ACE-AC18-245BA4DA0CB6}"/>
              </a:ext>
            </a:extLst>
          </p:cNvPr>
          <p:cNvSpPr/>
          <p:nvPr/>
        </p:nvSpPr>
        <p:spPr>
          <a:xfrm rot="16200000">
            <a:off x="1314450" y="2369984"/>
            <a:ext cx="923925" cy="923925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눈물 방울 24">
            <a:extLst>
              <a:ext uri="{FF2B5EF4-FFF2-40B4-BE49-F238E27FC236}">
                <a16:creationId xmlns:a16="http://schemas.microsoft.com/office/drawing/2014/main" id="{AE865592-02D7-4ADC-A74B-580D1E120A1E}"/>
              </a:ext>
            </a:extLst>
          </p:cNvPr>
          <p:cNvSpPr/>
          <p:nvPr/>
        </p:nvSpPr>
        <p:spPr>
          <a:xfrm rot="16200000">
            <a:off x="3886202" y="2406112"/>
            <a:ext cx="923925" cy="923925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눈물 방울 25">
            <a:extLst>
              <a:ext uri="{FF2B5EF4-FFF2-40B4-BE49-F238E27FC236}">
                <a16:creationId xmlns:a16="http://schemas.microsoft.com/office/drawing/2014/main" id="{56002064-3FA5-40C3-99AC-A40378AFBABD}"/>
              </a:ext>
            </a:extLst>
          </p:cNvPr>
          <p:cNvSpPr/>
          <p:nvPr/>
        </p:nvSpPr>
        <p:spPr>
          <a:xfrm rot="16200000">
            <a:off x="6457952" y="2406112"/>
            <a:ext cx="923925" cy="923925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눈물 방울 26">
            <a:extLst>
              <a:ext uri="{FF2B5EF4-FFF2-40B4-BE49-F238E27FC236}">
                <a16:creationId xmlns:a16="http://schemas.microsoft.com/office/drawing/2014/main" id="{E1817BC4-38B6-449C-B308-FF1CEF1996F0}"/>
              </a:ext>
            </a:extLst>
          </p:cNvPr>
          <p:cNvSpPr/>
          <p:nvPr/>
        </p:nvSpPr>
        <p:spPr>
          <a:xfrm rot="16200000">
            <a:off x="9029702" y="2406110"/>
            <a:ext cx="923925" cy="923925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A93B9-2771-4BA8-B2F3-FE67AAA3AE91}"/>
              </a:ext>
            </a:extLst>
          </p:cNvPr>
          <p:cNvSpPr txBox="1"/>
          <p:nvPr/>
        </p:nvSpPr>
        <p:spPr>
          <a:xfrm>
            <a:off x="1407317" y="2539458"/>
            <a:ext cx="73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2E2B2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3200" dirty="0">
              <a:solidFill>
                <a:srgbClr val="2E2B25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0A1618-4E59-496A-ABEA-FB6B33131798}"/>
              </a:ext>
            </a:extLst>
          </p:cNvPr>
          <p:cNvSpPr txBox="1"/>
          <p:nvPr/>
        </p:nvSpPr>
        <p:spPr>
          <a:xfrm>
            <a:off x="3979070" y="2539460"/>
            <a:ext cx="73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2E2B2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3200" dirty="0">
              <a:solidFill>
                <a:srgbClr val="2E2B25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58E521-AF43-4822-AF4D-D7B77DEC0C12}"/>
              </a:ext>
            </a:extLst>
          </p:cNvPr>
          <p:cNvSpPr txBox="1"/>
          <p:nvPr/>
        </p:nvSpPr>
        <p:spPr>
          <a:xfrm>
            <a:off x="6550821" y="2539460"/>
            <a:ext cx="73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2E2B2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endParaRPr lang="ko-KR" altLang="en-US" sz="3200" dirty="0">
              <a:solidFill>
                <a:srgbClr val="2E2B25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934E95-1881-4309-B90D-1DD72E68687C}"/>
              </a:ext>
            </a:extLst>
          </p:cNvPr>
          <p:cNvSpPr txBox="1"/>
          <p:nvPr/>
        </p:nvSpPr>
        <p:spPr>
          <a:xfrm>
            <a:off x="9122573" y="2539460"/>
            <a:ext cx="73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2E2B2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  <a:endParaRPr lang="ko-KR" altLang="en-US" sz="3200" dirty="0">
              <a:solidFill>
                <a:srgbClr val="2E2B25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7C051-3B4A-4082-A54F-080536287287}"/>
              </a:ext>
            </a:extLst>
          </p:cNvPr>
          <p:cNvSpPr txBox="1"/>
          <p:nvPr/>
        </p:nvSpPr>
        <p:spPr>
          <a:xfrm>
            <a:off x="1314448" y="3489997"/>
            <a:ext cx="218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Main Activity</a:t>
            </a:r>
            <a:endParaRPr lang="ko-KR" altLang="en-US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2EC30F-8E9A-4945-B72F-E5A4EBA68847}"/>
              </a:ext>
            </a:extLst>
          </p:cNvPr>
          <p:cNvSpPr txBox="1"/>
          <p:nvPr/>
        </p:nvSpPr>
        <p:spPr>
          <a:xfrm>
            <a:off x="3886202" y="3489997"/>
            <a:ext cx="218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User Activity</a:t>
            </a:r>
            <a:endParaRPr lang="ko-KR" altLang="en-US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207009-7A4A-4182-9DA0-A3F9C74D975B}"/>
              </a:ext>
            </a:extLst>
          </p:cNvPr>
          <p:cNvSpPr txBox="1"/>
          <p:nvPr/>
        </p:nvSpPr>
        <p:spPr>
          <a:xfrm>
            <a:off x="6457952" y="3489997"/>
            <a:ext cx="218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Measure Activity</a:t>
            </a:r>
            <a:endParaRPr lang="ko-KR" altLang="en-US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AF30CC-7954-4AB3-8F72-243302596EAE}"/>
              </a:ext>
            </a:extLst>
          </p:cNvPr>
          <p:cNvSpPr txBox="1"/>
          <p:nvPr/>
        </p:nvSpPr>
        <p:spPr>
          <a:xfrm>
            <a:off x="9029702" y="3489998"/>
            <a:ext cx="218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920C63-8B10-42CF-8A0C-A1A34252A739}"/>
              </a:ext>
            </a:extLst>
          </p:cNvPr>
          <p:cNvSpPr txBox="1"/>
          <p:nvPr/>
        </p:nvSpPr>
        <p:spPr>
          <a:xfrm>
            <a:off x="1314448" y="4144733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로고 및 메인 페이지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08254E-921A-413E-9C1C-DF5F0080557F}"/>
              </a:ext>
            </a:extLst>
          </p:cNvPr>
          <p:cNvSpPr txBox="1"/>
          <p:nvPr/>
        </p:nvSpPr>
        <p:spPr>
          <a:xfrm>
            <a:off x="3871914" y="4144735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내 운동 정보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21FA2B-2D6F-46B3-9962-0F5961F94B80}"/>
              </a:ext>
            </a:extLst>
          </p:cNvPr>
          <p:cNvSpPr txBox="1"/>
          <p:nvPr/>
        </p:nvSpPr>
        <p:spPr>
          <a:xfrm>
            <a:off x="6457952" y="4144735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운동 검색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76AC25-2EDD-4AD8-A68C-D1D835CE70DB}"/>
              </a:ext>
            </a:extLst>
          </p:cNvPr>
          <p:cNvSpPr txBox="1"/>
          <p:nvPr/>
        </p:nvSpPr>
        <p:spPr>
          <a:xfrm>
            <a:off x="9043990" y="4144735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운동 검색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DDB77-CEBE-4A40-8A18-1F2EBC32C0D7}"/>
              </a:ext>
            </a:extLst>
          </p:cNvPr>
          <p:cNvSpPr txBox="1"/>
          <p:nvPr/>
        </p:nvSpPr>
        <p:spPr>
          <a:xfrm>
            <a:off x="1314448" y="4459295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구현 기능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314FAB-7BF2-4514-91F0-1920E3F1E5AB}"/>
              </a:ext>
            </a:extLst>
          </p:cNvPr>
          <p:cNvSpPr txBox="1"/>
          <p:nvPr/>
        </p:nvSpPr>
        <p:spPr>
          <a:xfrm>
            <a:off x="3871914" y="4459297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내 운동 자세히 보기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1A15C2-9DF5-474D-A04B-9FE368A08837}"/>
              </a:ext>
            </a:extLst>
          </p:cNvPr>
          <p:cNvSpPr txBox="1"/>
          <p:nvPr/>
        </p:nvSpPr>
        <p:spPr>
          <a:xfrm>
            <a:off x="6457952" y="4459297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리스트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CB9AC9-B4E5-4AE8-8714-C8272751659F}"/>
              </a:ext>
            </a:extLst>
          </p:cNvPr>
          <p:cNvSpPr txBox="1"/>
          <p:nvPr/>
        </p:nvSpPr>
        <p:spPr>
          <a:xfrm>
            <a:off x="9043990" y="4459297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확인할 운동 선택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241F7A-F807-4D6F-A7D7-8E450086D7F3}"/>
              </a:ext>
            </a:extLst>
          </p:cNvPr>
          <p:cNvSpPr txBox="1"/>
          <p:nvPr/>
        </p:nvSpPr>
        <p:spPr>
          <a:xfrm>
            <a:off x="6457952" y="4773861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측정 모드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DC2D7F-1285-49AE-A13A-360147E4CBC3}"/>
              </a:ext>
            </a:extLst>
          </p:cNvPr>
          <p:cNvSpPr txBox="1"/>
          <p:nvPr/>
        </p:nvSpPr>
        <p:spPr>
          <a:xfrm>
            <a:off x="9043990" y="4773861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촬영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B4F3BC9-3205-4775-9605-4962D630D5A3}"/>
              </a:ext>
            </a:extLst>
          </p:cNvPr>
          <p:cNvCxnSpPr/>
          <p:nvPr/>
        </p:nvCxnSpPr>
        <p:spPr>
          <a:xfrm>
            <a:off x="1407318" y="3988088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F0FFDCA-57D8-4CEB-A80D-2D5F6E96BE10}"/>
              </a:ext>
            </a:extLst>
          </p:cNvPr>
          <p:cNvCxnSpPr/>
          <p:nvPr/>
        </p:nvCxnSpPr>
        <p:spPr>
          <a:xfrm>
            <a:off x="3979067" y="3988088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E3C573B-96FC-47F9-8279-B3DB90889E81}"/>
              </a:ext>
            </a:extLst>
          </p:cNvPr>
          <p:cNvCxnSpPr/>
          <p:nvPr/>
        </p:nvCxnSpPr>
        <p:spPr>
          <a:xfrm>
            <a:off x="6550819" y="3988088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5038BC4-F309-47D8-9F52-E3CA2F2FA6C4}"/>
              </a:ext>
            </a:extLst>
          </p:cNvPr>
          <p:cNvCxnSpPr/>
          <p:nvPr/>
        </p:nvCxnSpPr>
        <p:spPr>
          <a:xfrm>
            <a:off x="9122571" y="3988088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046B298-1DB9-476E-B497-36B51B85229C}"/>
              </a:ext>
            </a:extLst>
          </p:cNvPr>
          <p:cNvSpPr txBox="1"/>
          <p:nvPr/>
        </p:nvSpPr>
        <p:spPr>
          <a:xfrm>
            <a:off x="9043990" y="5088425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촬영 페이지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0B2AC9-A674-451D-ABFF-E42C5780908C}"/>
              </a:ext>
            </a:extLst>
          </p:cNvPr>
          <p:cNvSpPr txBox="1"/>
          <p:nvPr/>
        </p:nvSpPr>
        <p:spPr>
          <a:xfrm>
            <a:off x="9043989" y="540298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분석 결과 </a:t>
            </a:r>
          </a:p>
        </p:txBody>
      </p:sp>
    </p:spTree>
    <p:extLst>
      <p:ext uri="{BB962C8B-B14F-4D97-AF65-F5344CB8AC3E}">
        <p14:creationId xmlns:p14="http://schemas.microsoft.com/office/powerpoint/2010/main" val="271527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FB7AB-263E-4EB8-B9F0-8B7FB1F091D7}"/>
              </a:ext>
            </a:extLst>
          </p:cNvPr>
          <p:cNvSpPr txBox="1"/>
          <p:nvPr/>
        </p:nvSpPr>
        <p:spPr>
          <a:xfrm>
            <a:off x="4604828" y="2713928"/>
            <a:ext cx="2982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Main Activity</a:t>
            </a:r>
            <a:endParaRPr lang="ko-KR" altLang="en-US" sz="24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EE4F1-0B8D-45A7-A904-0EB2BF439BC8}"/>
              </a:ext>
            </a:extLst>
          </p:cNvPr>
          <p:cNvSpPr txBox="1"/>
          <p:nvPr/>
        </p:nvSpPr>
        <p:spPr>
          <a:xfrm>
            <a:off x="4604830" y="3466316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로고 및 메인 페이지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268E-C3A4-4B94-9BFC-3D09F764B129}"/>
              </a:ext>
            </a:extLst>
          </p:cNvPr>
          <p:cNvSpPr txBox="1"/>
          <p:nvPr/>
        </p:nvSpPr>
        <p:spPr>
          <a:xfrm>
            <a:off x="4604830" y="378087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구현 기능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BB8682-3C00-4C9D-935B-D42F2B6ECBB4}"/>
              </a:ext>
            </a:extLst>
          </p:cNvPr>
          <p:cNvCxnSpPr/>
          <p:nvPr/>
        </p:nvCxnSpPr>
        <p:spPr>
          <a:xfrm>
            <a:off x="4697698" y="3309669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1E510-67C3-4B41-8E30-464235E73BBC}"/>
              </a:ext>
            </a:extLst>
          </p:cNvPr>
          <p:cNvSpPr txBox="1"/>
          <p:nvPr/>
        </p:nvSpPr>
        <p:spPr>
          <a:xfrm>
            <a:off x="2576973" y="1950428"/>
            <a:ext cx="162088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solidFill>
                  <a:srgbClr val="FFC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C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3FA8D3-BC05-4566-AAEE-A717B3D9F033}"/>
              </a:ext>
            </a:extLst>
          </p:cNvPr>
          <p:cNvGrpSpPr/>
          <p:nvPr/>
        </p:nvGrpSpPr>
        <p:grpSpPr>
          <a:xfrm>
            <a:off x="1050589" y="-40482"/>
            <a:ext cx="3052764" cy="3052763"/>
            <a:chOff x="1050588" y="-40482"/>
            <a:chExt cx="3052764" cy="305276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C3D3B0E-0B0A-4F1D-A124-F796283E18A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159F9659-8B6B-4F09-87F3-AB41617CFEEB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511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5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Main Activity</a:t>
            </a:r>
            <a:endParaRPr lang="ko-KR" altLang="en-US" sz="2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34FC2F-49FC-479C-83CB-CC060879E4A6}"/>
              </a:ext>
            </a:extLst>
          </p:cNvPr>
          <p:cNvSpPr>
            <a:spLocks noChangeAspect="1"/>
          </p:cNvSpPr>
          <p:nvPr/>
        </p:nvSpPr>
        <p:spPr>
          <a:xfrm>
            <a:off x="621510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E8D791-8DCB-4A85-9905-A85916F1F7F6}"/>
              </a:ext>
            </a:extLst>
          </p:cNvPr>
          <p:cNvSpPr>
            <a:spLocks noChangeAspect="1"/>
          </p:cNvSpPr>
          <p:nvPr/>
        </p:nvSpPr>
        <p:spPr>
          <a:xfrm>
            <a:off x="2828976" y="974651"/>
            <a:ext cx="3119599" cy="519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53D8F-1634-4D66-B912-21080C9A7520}"/>
              </a:ext>
            </a:extLst>
          </p:cNvPr>
          <p:cNvSpPr txBox="1"/>
          <p:nvPr/>
        </p:nvSpPr>
        <p:spPr>
          <a:xfrm>
            <a:off x="4065609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로고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1D249C-D763-4051-8379-37FC1BEAD772}"/>
              </a:ext>
            </a:extLst>
          </p:cNvPr>
          <p:cNvSpPr txBox="1"/>
          <p:nvPr/>
        </p:nvSpPr>
        <p:spPr>
          <a:xfrm>
            <a:off x="6949201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칼로리 소모량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6BE549-BA42-433A-953E-0A6B42CE9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49" y="974651"/>
            <a:ext cx="3121200" cy="5202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C526EA-39E0-4718-986F-0D73FF17C2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92" b="32893"/>
          <a:stretch/>
        </p:blipFill>
        <p:spPr>
          <a:xfrm>
            <a:off x="2827375" y="2164529"/>
            <a:ext cx="3121200" cy="2898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FA9BCD-E2FA-4CE9-A5C2-2A7879F79A96}"/>
              </a:ext>
            </a:extLst>
          </p:cNvPr>
          <p:cNvSpPr txBox="1"/>
          <p:nvPr/>
        </p:nvSpPr>
        <p:spPr>
          <a:xfrm>
            <a:off x="3677684" y="625268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로고 페이지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E8334F-37D1-45DA-BAB4-6DD8ECCB70E6}"/>
              </a:ext>
            </a:extLst>
          </p:cNvPr>
          <p:cNvSpPr txBox="1"/>
          <p:nvPr/>
        </p:nvSpPr>
        <p:spPr>
          <a:xfrm>
            <a:off x="7064617" y="625268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메인 페이지</a:t>
            </a:r>
          </a:p>
        </p:txBody>
      </p:sp>
    </p:spTree>
    <p:extLst>
      <p:ext uri="{BB962C8B-B14F-4D97-AF65-F5344CB8AC3E}">
        <p14:creationId xmlns:p14="http://schemas.microsoft.com/office/powerpoint/2010/main" val="351533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5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Main Activity</a:t>
            </a:r>
            <a:endParaRPr lang="ko-KR" altLang="en-US" sz="2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C0AE2-8D5F-4C6D-A50C-2E4ED4C2A872}"/>
              </a:ext>
            </a:extLst>
          </p:cNvPr>
          <p:cNvSpPr/>
          <p:nvPr/>
        </p:nvSpPr>
        <p:spPr>
          <a:xfrm>
            <a:off x="350519" y="120178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7EA976-603E-44EC-BFDC-F022BB392B2D}"/>
              </a:ext>
            </a:extLst>
          </p:cNvPr>
          <p:cNvSpPr/>
          <p:nvPr/>
        </p:nvSpPr>
        <p:spPr>
          <a:xfrm>
            <a:off x="1271451" y="6077490"/>
            <a:ext cx="1776548" cy="489856"/>
          </a:xfrm>
          <a:prstGeom prst="roundRect">
            <a:avLst>
              <a:gd name="adj" fmla="val 50000"/>
            </a:avLst>
          </a:prstGeom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ko-KR" sz="28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800" b="1" dirty="0"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E78C6-D96C-4785-9B2B-7F639F6D39BD}"/>
              </a:ext>
            </a:extLst>
          </p:cNvPr>
          <p:cNvSpPr txBox="1"/>
          <p:nvPr/>
        </p:nvSpPr>
        <p:spPr>
          <a:xfrm>
            <a:off x="481197" y="1316083"/>
            <a:ext cx="3386134" cy="493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내 정보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User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운동한 시간에 대한 정보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칼로리 소모량에 대한 정보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자세히 보기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날짜 구분 조회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운동 자세 정확도 정보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종목별 운동량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부위별 운동량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개인정보 관리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데이터베이스 리셋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운동 목표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endParaRPr lang="ko-KR" altLang="en-US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2F60663-FB9C-4FCE-9BAD-77B240732288}"/>
              </a:ext>
            </a:extLst>
          </p:cNvPr>
          <p:cNvSpPr/>
          <p:nvPr/>
        </p:nvSpPr>
        <p:spPr>
          <a:xfrm>
            <a:off x="8223069" y="120178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49B40BB-0B99-4266-A6EB-37031BFA6C83}"/>
              </a:ext>
            </a:extLst>
          </p:cNvPr>
          <p:cNvSpPr/>
          <p:nvPr/>
        </p:nvSpPr>
        <p:spPr>
          <a:xfrm>
            <a:off x="9144001" y="6077490"/>
            <a:ext cx="1776548" cy="489856"/>
          </a:xfrm>
          <a:prstGeom prst="roundRect">
            <a:avLst>
              <a:gd name="adj" fmla="val 50000"/>
            </a:avLst>
          </a:prstGeom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ko-KR" sz="28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800" b="1" dirty="0"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61A4DE-5E6F-470E-92AA-F72294066935}"/>
              </a:ext>
            </a:extLst>
          </p:cNvPr>
          <p:cNvSpPr txBox="1"/>
          <p:nvPr/>
        </p:nvSpPr>
        <p:spPr>
          <a:xfrm>
            <a:off x="8353747" y="1316083"/>
            <a:ext cx="3386134" cy="3088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자세 교정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카테고리 분류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운동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운동 이름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카테고리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자세 확인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분석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4DBD70-7E4D-43DE-BC3E-A102AE0701AF}"/>
              </a:ext>
            </a:extLst>
          </p:cNvPr>
          <p:cNvSpPr/>
          <p:nvPr/>
        </p:nvSpPr>
        <p:spPr>
          <a:xfrm>
            <a:off x="4286794" y="120178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660577B-9EFA-414A-BE8F-B3FE37EFBADB}"/>
              </a:ext>
            </a:extLst>
          </p:cNvPr>
          <p:cNvSpPr/>
          <p:nvPr/>
        </p:nvSpPr>
        <p:spPr>
          <a:xfrm>
            <a:off x="5207726" y="6077490"/>
            <a:ext cx="1776548" cy="489856"/>
          </a:xfrm>
          <a:prstGeom prst="roundRect">
            <a:avLst>
              <a:gd name="adj" fmla="val 50000"/>
            </a:avLst>
          </a:prstGeom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ko-KR" sz="28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800" b="1" dirty="0"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DDB535-42EA-4E3E-9A15-A2A368871643}"/>
              </a:ext>
            </a:extLst>
          </p:cNvPr>
          <p:cNvSpPr txBox="1"/>
          <p:nvPr/>
        </p:nvSpPr>
        <p:spPr>
          <a:xfrm>
            <a:off x="4417472" y="1316083"/>
            <a:ext cx="3386134" cy="4565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측정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Measure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카테고리 분류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운동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운동 이름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카테고리 검색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리스트 관리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편집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저장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불러오기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측정 모드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삭제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좌우 운동 변경</a:t>
            </a:r>
          </a:p>
        </p:txBody>
      </p:sp>
    </p:spTree>
    <p:extLst>
      <p:ext uri="{BB962C8B-B14F-4D97-AF65-F5344CB8AC3E}">
        <p14:creationId xmlns:p14="http://schemas.microsoft.com/office/powerpoint/2010/main" val="82938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FB7AB-263E-4EB8-B9F0-8B7FB1F091D7}"/>
              </a:ext>
            </a:extLst>
          </p:cNvPr>
          <p:cNvSpPr txBox="1"/>
          <p:nvPr/>
        </p:nvSpPr>
        <p:spPr>
          <a:xfrm>
            <a:off x="4604828" y="2713928"/>
            <a:ext cx="2982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User Activity</a:t>
            </a:r>
            <a:endParaRPr lang="ko-KR" altLang="en-US" sz="24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EE4F1-0B8D-45A7-A904-0EB2BF439BC8}"/>
              </a:ext>
            </a:extLst>
          </p:cNvPr>
          <p:cNvSpPr txBox="1"/>
          <p:nvPr/>
        </p:nvSpPr>
        <p:spPr>
          <a:xfrm>
            <a:off x="4604830" y="3466316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내 운동 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268E-C3A4-4B94-9BFC-3D09F764B129}"/>
              </a:ext>
            </a:extLst>
          </p:cNvPr>
          <p:cNvSpPr txBox="1"/>
          <p:nvPr/>
        </p:nvSpPr>
        <p:spPr>
          <a:xfrm>
            <a:off x="4604830" y="378087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내 운동 자세히 보기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BB8682-3C00-4C9D-935B-D42F2B6ECBB4}"/>
              </a:ext>
            </a:extLst>
          </p:cNvPr>
          <p:cNvCxnSpPr/>
          <p:nvPr/>
        </p:nvCxnSpPr>
        <p:spPr>
          <a:xfrm>
            <a:off x="4697698" y="3309669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1E510-67C3-4B41-8E30-464235E73BBC}"/>
              </a:ext>
            </a:extLst>
          </p:cNvPr>
          <p:cNvSpPr txBox="1"/>
          <p:nvPr/>
        </p:nvSpPr>
        <p:spPr>
          <a:xfrm>
            <a:off x="2576973" y="1950428"/>
            <a:ext cx="162088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solidFill>
                  <a:srgbClr val="FFC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C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3FA8D3-BC05-4566-AAEE-A717B3D9F033}"/>
              </a:ext>
            </a:extLst>
          </p:cNvPr>
          <p:cNvGrpSpPr/>
          <p:nvPr/>
        </p:nvGrpSpPr>
        <p:grpSpPr>
          <a:xfrm>
            <a:off x="1050589" y="-40482"/>
            <a:ext cx="3052764" cy="3052763"/>
            <a:chOff x="1050588" y="-40482"/>
            <a:chExt cx="3052764" cy="305276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C3D3B0E-0B0A-4F1D-A124-F796283E18A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159F9659-8B6B-4F09-87F3-AB41617CFEEB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878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User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664850" y="327708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운동 회수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5322692" y="32923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설정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214418-54CB-40EC-9B76-F082CCC6B64C}"/>
              </a:ext>
            </a:extLst>
          </p:cNvPr>
          <p:cNvSpPr txBox="1"/>
          <p:nvPr/>
        </p:nvSpPr>
        <p:spPr>
          <a:xfrm>
            <a:off x="7996756" y="1217718"/>
            <a:ext cx="3386134" cy="3759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내 운동 정보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User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회수 그래프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칼로리 소모량 그래프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자세히 보기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일별 조회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부위별 조회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설정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신체정보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운동목표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7" name="그림 6" descr="스크린샷이(가) 표시된 사진&#10;&#10;자동 생성된 설명">
            <a:extLst>
              <a:ext uri="{FF2B5EF4-FFF2-40B4-BE49-F238E27FC236}">
                <a16:creationId xmlns:a16="http://schemas.microsoft.com/office/drawing/2014/main" id="{F52C51A6-6818-40DD-9818-2FFF5DF0D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08" y="974651"/>
            <a:ext cx="3119597" cy="51993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7B161F-3647-4D3D-9D86-641357FE6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9" y="994664"/>
            <a:ext cx="3137016" cy="52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45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User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664850" y="32770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자세히보기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5322692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설정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8004340" y="1167648"/>
            <a:ext cx="3386134" cy="2429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pc="-150" dirty="0">
                <a:solidFill>
                  <a:schemeClr val="bg1"/>
                </a:solidFill>
              </a:rPr>
              <a:t>내 운동 자세히 보기</a:t>
            </a:r>
            <a:endParaRPr lang="en-US" altLang="ko-KR" sz="2800" b="1" spc="-150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User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일별 조회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정확도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부위별 조회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부위 그림 및 수치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5" name="그림 4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8D9668BD-6816-40A2-B9EB-97D39499A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7" y="974650"/>
            <a:ext cx="3119598" cy="51993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E00759-594A-4EDC-9ED1-B1029B3B6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059" y="978284"/>
            <a:ext cx="3119598" cy="519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3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FB7AB-263E-4EB8-B9F0-8B7FB1F091D7}"/>
              </a:ext>
            </a:extLst>
          </p:cNvPr>
          <p:cNvSpPr txBox="1"/>
          <p:nvPr/>
        </p:nvSpPr>
        <p:spPr>
          <a:xfrm>
            <a:off x="4604828" y="2713928"/>
            <a:ext cx="2982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Measure Activity</a:t>
            </a:r>
            <a:endParaRPr lang="ko-KR" altLang="en-US" sz="24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EE4F1-0B8D-45A7-A904-0EB2BF439BC8}"/>
              </a:ext>
            </a:extLst>
          </p:cNvPr>
          <p:cNvSpPr txBox="1"/>
          <p:nvPr/>
        </p:nvSpPr>
        <p:spPr>
          <a:xfrm>
            <a:off x="4604830" y="3466316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운동 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268E-C3A4-4B94-9BFC-3D09F764B129}"/>
              </a:ext>
            </a:extLst>
          </p:cNvPr>
          <p:cNvSpPr txBox="1"/>
          <p:nvPr/>
        </p:nvSpPr>
        <p:spPr>
          <a:xfrm>
            <a:off x="4604830" y="378087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리스트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D38A3-3172-400A-B7F9-8B9A219E0242}"/>
              </a:ext>
            </a:extLst>
          </p:cNvPr>
          <p:cNvSpPr txBox="1"/>
          <p:nvPr/>
        </p:nvSpPr>
        <p:spPr>
          <a:xfrm>
            <a:off x="4604830" y="4095441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측정 모드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BB8682-3C00-4C9D-935B-D42F2B6ECBB4}"/>
              </a:ext>
            </a:extLst>
          </p:cNvPr>
          <p:cNvCxnSpPr/>
          <p:nvPr/>
        </p:nvCxnSpPr>
        <p:spPr>
          <a:xfrm>
            <a:off x="4697698" y="3309669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1E510-67C3-4B41-8E30-464235E73BBC}"/>
              </a:ext>
            </a:extLst>
          </p:cNvPr>
          <p:cNvSpPr txBox="1"/>
          <p:nvPr/>
        </p:nvSpPr>
        <p:spPr>
          <a:xfrm>
            <a:off x="2576973" y="1950428"/>
            <a:ext cx="162088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solidFill>
                  <a:srgbClr val="FFC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endParaRPr lang="ko-KR" altLang="en-US" sz="1200" dirty="0">
              <a:solidFill>
                <a:srgbClr val="FFC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3FA8D3-BC05-4566-AAEE-A717B3D9F033}"/>
              </a:ext>
            </a:extLst>
          </p:cNvPr>
          <p:cNvGrpSpPr/>
          <p:nvPr/>
        </p:nvGrpSpPr>
        <p:grpSpPr>
          <a:xfrm>
            <a:off x="1050589" y="-40482"/>
            <a:ext cx="3052764" cy="3052763"/>
            <a:chOff x="1050588" y="-40482"/>
            <a:chExt cx="3052764" cy="305276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C3D3B0E-0B0A-4F1D-A124-F796283E18A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159F9659-8B6B-4F09-87F3-AB41617CFEEB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0330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Measure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664850" y="32770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카테고리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5322692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8004340" y="1167648"/>
            <a:ext cx="3386134" cy="276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운동 검색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Measure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카테고리 분류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부위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→ 운동 이름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검색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이름 검색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6A0DB4-B666-4C2E-A69D-4114E750B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61" y="974651"/>
            <a:ext cx="3119596" cy="5199327"/>
          </a:xfrm>
          <a:prstGeom prst="rect">
            <a:avLst/>
          </a:prstGeom>
        </p:spPr>
      </p:pic>
      <p:pic>
        <p:nvPicPr>
          <p:cNvPr id="16" name="그림 15" descr="스크린샷이(가) 표시된 사진&#10;&#10;자동 생성된 설명">
            <a:extLst>
              <a:ext uri="{FF2B5EF4-FFF2-40B4-BE49-F238E27FC236}">
                <a16:creationId xmlns:a16="http://schemas.microsoft.com/office/drawing/2014/main" id="{779B13CF-2692-474E-8AA2-A450421A9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527" y="974650"/>
            <a:ext cx="3119596" cy="519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7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Measure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7095301" y="82506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A91F7-574B-4478-8CDC-4EAC1C7D02AE}"/>
              </a:ext>
            </a:extLst>
          </p:cNvPr>
          <p:cNvSpPr>
            <a:spLocks noChangeAspect="1"/>
          </p:cNvSpPr>
          <p:nvPr/>
        </p:nvSpPr>
        <p:spPr>
          <a:xfrm>
            <a:off x="2255664" y="1026053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5BB32-A365-40F9-8EDB-2DEFE9442EC0}"/>
              </a:ext>
            </a:extLst>
          </p:cNvPr>
          <p:cNvSpPr txBox="1"/>
          <p:nvPr/>
        </p:nvSpPr>
        <p:spPr>
          <a:xfrm>
            <a:off x="3105172" y="33014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확인 페이지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432DB-718B-4254-A63C-890CF2A12315}"/>
              </a:ext>
            </a:extLst>
          </p:cNvPr>
          <p:cNvSpPr txBox="1"/>
          <p:nvPr/>
        </p:nvSpPr>
        <p:spPr>
          <a:xfrm>
            <a:off x="7488663" y="83267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3279BE-FC87-4683-BF3F-83909A4362FA}"/>
              </a:ext>
            </a:extLst>
          </p:cNvPr>
          <p:cNvSpPr/>
          <p:nvPr/>
        </p:nvSpPr>
        <p:spPr>
          <a:xfrm>
            <a:off x="6096000" y="102605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786538-F696-4153-829F-AAE852F83683}"/>
              </a:ext>
            </a:extLst>
          </p:cNvPr>
          <p:cNvSpPr txBox="1"/>
          <p:nvPr/>
        </p:nvSpPr>
        <p:spPr>
          <a:xfrm>
            <a:off x="6226678" y="1140353"/>
            <a:ext cx="3386134" cy="3716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리스트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Measure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회수를 측정하고 싶은 운동을 측정하기 전에 관리하고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저장할 수 있는 페이지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편집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목록 삭제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순서 변경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저장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불러오기</a:t>
            </a:r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702E86AF-EF4D-4DA8-85A5-13F2F1A3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724" y="1019606"/>
            <a:ext cx="3119598" cy="519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2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Measure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7095301" y="82506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A91F7-574B-4478-8CDC-4EAC1C7D02AE}"/>
              </a:ext>
            </a:extLst>
          </p:cNvPr>
          <p:cNvSpPr>
            <a:spLocks noChangeAspect="1"/>
          </p:cNvSpPr>
          <p:nvPr/>
        </p:nvSpPr>
        <p:spPr>
          <a:xfrm>
            <a:off x="2255664" y="1026053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5BB32-A365-40F9-8EDB-2DEFE9442EC0}"/>
              </a:ext>
            </a:extLst>
          </p:cNvPr>
          <p:cNvSpPr txBox="1"/>
          <p:nvPr/>
        </p:nvSpPr>
        <p:spPr>
          <a:xfrm>
            <a:off x="3105172" y="33014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확인 페이지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432DB-718B-4254-A63C-890CF2A12315}"/>
              </a:ext>
            </a:extLst>
          </p:cNvPr>
          <p:cNvSpPr txBox="1"/>
          <p:nvPr/>
        </p:nvSpPr>
        <p:spPr>
          <a:xfrm>
            <a:off x="7488663" y="83267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3279BE-FC87-4683-BF3F-83909A4362FA}"/>
              </a:ext>
            </a:extLst>
          </p:cNvPr>
          <p:cNvSpPr/>
          <p:nvPr/>
        </p:nvSpPr>
        <p:spPr>
          <a:xfrm>
            <a:off x="6096000" y="102605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A39FC7-702D-4A91-A8EF-63BD9023693E}"/>
              </a:ext>
            </a:extLst>
          </p:cNvPr>
          <p:cNvSpPr txBox="1"/>
          <p:nvPr/>
        </p:nvSpPr>
        <p:spPr>
          <a:xfrm>
            <a:off x="6224805" y="1124680"/>
            <a:ext cx="3386134" cy="4353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측정모드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Measure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dirty="0">
                <a:solidFill>
                  <a:schemeClr val="bg1"/>
                </a:solidFill>
              </a:rPr>
              <a:t>Gravity</a:t>
            </a:r>
            <a:r>
              <a:rPr lang="ko-KR" altLang="en-US" sz="1600" dirty="0">
                <a:solidFill>
                  <a:schemeClr val="bg1"/>
                </a:solidFill>
              </a:rPr>
              <a:t> 센서를 이용하여 운동을 측정할 수 있는 상태로 리스트에서 편집한 운동을 순서대로 바꿔가며 할 수 있다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endParaRPr lang="en-US" altLang="ko-KR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민감도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버튼 크기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▽ 횟수 설정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삭제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▶ 좌우변경</a:t>
            </a:r>
          </a:p>
        </p:txBody>
      </p:sp>
      <p:pic>
        <p:nvPicPr>
          <p:cNvPr id="6" name="그림 5" descr="장치이(가) 표시된 사진&#10;&#10;자동 생성된 설명">
            <a:extLst>
              <a:ext uri="{FF2B5EF4-FFF2-40B4-BE49-F238E27FC236}">
                <a16:creationId xmlns:a16="http://schemas.microsoft.com/office/drawing/2014/main" id="{3F1171F2-778A-4351-ADE5-377079A1A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63" y="1026055"/>
            <a:ext cx="3119599" cy="51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5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FB7AB-263E-4EB8-B9F0-8B7FB1F091D7}"/>
              </a:ext>
            </a:extLst>
          </p:cNvPr>
          <p:cNvSpPr txBox="1"/>
          <p:nvPr/>
        </p:nvSpPr>
        <p:spPr>
          <a:xfrm>
            <a:off x="4604828" y="2713928"/>
            <a:ext cx="2982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4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EE4F1-0B8D-45A7-A904-0EB2BF439BC8}"/>
              </a:ext>
            </a:extLst>
          </p:cNvPr>
          <p:cNvSpPr txBox="1"/>
          <p:nvPr/>
        </p:nvSpPr>
        <p:spPr>
          <a:xfrm>
            <a:off x="4604830" y="3466316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운동 검색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268E-C3A4-4B94-9BFC-3D09F764B129}"/>
              </a:ext>
            </a:extLst>
          </p:cNvPr>
          <p:cNvSpPr txBox="1"/>
          <p:nvPr/>
        </p:nvSpPr>
        <p:spPr>
          <a:xfrm>
            <a:off x="4604830" y="378087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확인할 운동 선택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D38A3-3172-400A-B7F9-8B9A219E0242}"/>
              </a:ext>
            </a:extLst>
          </p:cNvPr>
          <p:cNvSpPr txBox="1"/>
          <p:nvPr/>
        </p:nvSpPr>
        <p:spPr>
          <a:xfrm>
            <a:off x="4604830" y="4095441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촬영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BB8682-3C00-4C9D-935B-D42F2B6ECBB4}"/>
              </a:ext>
            </a:extLst>
          </p:cNvPr>
          <p:cNvCxnSpPr/>
          <p:nvPr/>
        </p:nvCxnSpPr>
        <p:spPr>
          <a:xfrm>
            <a:off x="4697698" y="3309669"/>
            <a:ext cx="191690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1E510-67C3-4B41-8E30-464235E73BBC}"/>
              </a:ext>
            </a:extLst>
          </p:cNvPr>
          <p:cNvSpPr txBox="1"/>
          <p:nvPr/>
        </p:nvSpPr>
        <p:spPr>
          <a:xfrm>
            <a:off x="2576973" y="1950428"/>
            <a:ext cx="162088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solidFill>
                  <a:srgbClr val="FFC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  <a:endParaRPr lang="ko-KR" altLang="en-US" sz="1200" dirty="0">
              <a:solidFill>
                <a:srgbClr val="FFC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3FA8D3-BC05-4566-AAEE-A717B3D9F033}"/>
              </a:ext>
            </a:extLst>
          </p:cNvPr>
          <p:cNvGrpSpPr/>
          <p:nvPr/>
        </p:nvGrpSpPr>
        <p:grpSpPr>
          <a:xfrm>
            <a:off x="1050589" y="-40482"/>
            <a:ext cx="3052764" cy="3052763"/>
            <a:chOff x="1050588" y="-40482"/>
            <a:chExt cx="3052764" cy="305276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C3D3B0E-0B0A-4F1D-A124-F796283E18A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159F9659-8B6B-4F09-87F3-AB41617CFEEB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953C09-793D-4317-B76E-7C193F4F1C58}"/>
              </a:ext>
            </a:extLst>
          </p:cNvPr>
          <p:cNvSpPr txBox="1"/>
          <p:nvPr/>
        </p:nvSpPr>
        <p:spPr>
          <a:xfrm>
            <a:off x="4604830" y="4372440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촬영 페이지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A61FF9-624C-451C-8FAB-E2A738D42D94}"/>
              </a:ext>
            </a:extLst>
          </p:cNvPr>
          <p:cNvSpPr txBox="1"/>
          <p:nvPr/>
        </p:nvSpPr>
        <p:spPr>
          <a:xfrm>
            <a:off x="4604830" y="4649439"/>
            <a:ext cx="220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207637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664850" y="32770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카테고리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5322692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8004340" y="1167648"/>
            <a:ext cx="3386134" cy="276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운동 검색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카테고리 분류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부위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→ 운동 이름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검색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운동 이름 검색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0CC8BE-DF69-490B-8447-84DAA27C1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15" y="974651"/>
            <a:ext cx="3119599" cy="5199332"/>
          </a:xfrm>
          <a:prstGeom prst="rect">
            <a:avLst/>
          </a:prstGeom>
        </p:spPr>
      </p:pic>
      <p:pic>
        <p:nvPicPr>
          <p:cNvPr id="16" name="그림 15" descr="스크린샷이(가) 표시된 사진&#10;&#10;자동 생성된 설명">
            <a:extLst>
              <a:ext uri="{FF2B5EF4-FFF2-40B4-BE49-F238E27FC236}">
                <a16:creationId xmlns:a16="http://schemas.microsoft.com/office/drawing/2014/main" id="{B072D99F-4278-461E-90C7-C6C8BDD78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059" y="974652"/>
            <a:ext cx="3119599" cy="51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7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393141" y="326594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선택 정보 확인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4865035" y="3127447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측정 시작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카메라 대기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8004340" y="1167648"/>
            <a:ext cx="3386134" cy="3759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확인할 운동 선택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선택한 운동 확인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다시 선택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촬영하기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촬영 대기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측정 거리 알려줌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타이머 설정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촬영 시작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6C3D46-B9A3-433D-BF99-C89C785AC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63" y="974652"/>
            <a:ext cx="3119599" cy="5199332"/>
          </a:xfrm>
          <a:prstGeom prst="rect">
            <a:avLst/>
          </a:prstGeom>
        </p:spPr>
      </p:pic>
      <p:pic>
        <p:nvPicPr>
          <p:cNvPr id="7" name="그림 6" descr="실내, 사람, 테이블, 앉아있는이(가) 표시된 사진&#10;&#10;자동 생성된 설명">
            <a:extLst>
              <a:ext uri="{FF2B5EF4-FFF2-40B4-BE49-F238E27FC236}">
                <a16:creationId xmlns:a16="http://schemas.microsoft.com/office/drawing/2014/main" id="{5C9ABEE9-9B9C-4994-96F2-44A35FFC36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"/>
          <a:stretch/>
        </p:blipFill>
        <p:spPr>
          <a:xfrm>
            <a:off x="4099121" y="974651"/>
            <a:ext cx="3119599" cy="521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62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CDBCA0-5073-44CB-9AA0-578FFDD458B8}"/>
              </a:ext>
            </a:extLst>
          </p:cNvPr>
          <p:cNvSpPr>
            <a:spLocks noChangeAspect="1"/>
          </p:cNvSpPr>
          <p:nvPr/>
        </p:nvSpPr>
        <p:spPr>
          <a:xfrm>
            <a:off x="4086059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09618-B53B-45AF-A0C6-BAF066C0A1D6}"/>
              </a:ext>
            </a:extLst>
          </p:cNvPr>
          <p:cNvSpPr>
            <a:spLocks noChangeAspect="1"/>
          </p:cNvSpPr>
          <p:nvPr/>
        </p:nvSpPr>
        <p:spPr>
          <a:xfrm>
            <a:off x="699926" y="974651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7E44B2-87DA-40C6-870C-3B2A93EAE5F8}"/>
              </a:ext>
            </a:extLst>
          </p:cNvPr>
          <p:cNvSpPr txBox="1"/>
          <p:nvPr/>
        </p:nvSpPr>
        <p:spPr>
          <a:xfrm>
            <a:off x="1393141" y="3265947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카메라 </a:t>
            </a:r>
            <a:r>
              <a:rPr lang="en-US" altLang="ko-KR" dirty="0">
                <a:solidFill>
                  <a:schemeClr val="bg1"/>
                </a:solidFill>
              </a:rPr>
              <a:t>( </a:t>
            </a:r>
            <a:r>
              <a:rPr lang="ko-KR" altLang="en-US" dirty="0">
                <a:solidFill>
                  <a:schemeClr val="bg1"/>
                </a:solidFill>
              </a:rPr>
              <a:t>측정 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96840-2840-4A6B-A528-59DB2ACC03F4}"/>
              </a:ext>
            </a:extLst>
          </p:cNvPr>
          <p:cNvSpPr txBox="1"/>
          <p:nvPr/>
        </p:nvSpPr>
        <p:spPr>
          <a:xfrm>
            <a:off x="4343299" y="3268829"/>
            <a:ext cx="273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카메라 </a:t>
            </a:r>
            <a:r>
              <a:rPr lang="en-US" altLang="ko-KR" dirty="0">
                <a:solidFill>
                  <a:schemeClr val="bg1"/>
                </a:solidFill>
              </a:rPr>
              <a:t>( </a:t>
            </a:r>
            <a:r>
              <a:rPr lang="ko-KR" altLang="en-US" dirty="0">
                <a:solidFill>
                  <a:schemeClr val="bg1"/>
                </a:solidFill>
              </a:rPr>
              <a:t>스켈레톤 생성 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8872963" y="3081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7873662" y="1053348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8004340" y="1167648"/>
            <a:ext cx="3386134" cy="276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촬영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타이머 작동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사용자 문구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환경 조도 경고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스켈레톤 생성 경고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촬영 상태</a:t>
            </a:r>
            <a:r>
              <a:rPr lang="en-US" altLang="ko-KR" dirty="0">
                <a:solidFill>
                  <a:schemeClr val="bg1"/>
                </a:solidFill>
              </a:rPr>
              <a:t>( </a:t>
            </a:r>
            <a:r>
              <a:rPr lang="ko-KR" altLang="en-US" dirty="0">
                <a:solidFill>
                  <a:schemeClr val="bg1"/>
                </a:solidFill>
              </a:rPr>
              <a:t>진행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완료 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5" name="그림 4" descr="실내, 사람, 앉아있는, 남자이(가) 표시된 사진&#10;&#10;자동 생성된 설명">
            <a:extLst>
              <a:ext uri="{FF2B5EF4-FFF2-40B4-BE49-F238E27FC236}">
                <a16:creationId xmlns:a16="http://schemas.microsoft.com/office/drawing/2014/main" id="{EC1628CA-77B6-4FB2-BA57-589CD011AD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"/>
          <a:stretch/>
        </p:blipFill>
        <p:spPr>
          <a:xfrm>
            <a:off x="710985" y="986906"/>
            <a:ext cx="3119599" cy="5213651"/>
          </a:xfrm>
          <a:prstGeom prst="rect">
            <a:avLst/>
          </a:prstGeom>
        </p:spPr>
      </p:pic>
      <p:pic>
        <p:nvPicPr>
          <p:cNvPr id="7" name="그림 6" descr="실내, 사람, 남자, 테이블이(가) 표시된 사진&#10;&#10;자동 생성된 설명">
            <a:extLst>
              <a:ext uri="{FF2B5EF4-FFF2-40B4-BE49-F238E27FC236}">
                <a16:creationId xmlns:a16="http://schemas.microsoft.com/office/drawing/2014/main" id="{F7098F6E-714E-428A-9F82-39BE61AE1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059" y="986906"/>
            <a:ext cx="3133456" cy="521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76226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7095301" y="3053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6096000" y="102605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6226678" y="1140353"/>
            <a:ext cx="3386134" cy="2097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확인 페이지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사용자 </a:t>
            </a:r>
            <a:r>
              <a:rPr lang="en-US" altLang="ko-KR" dirty="0">
                <a:solidFill>
                  <a:schemeClr val="bg1"/>
                </a:solidFill>
              </a:rPr>
              <a:t>Skeleton Map </a:t>
            </a:r>
            <a:r>
              <a:rPr lang="ko-KR" altLang="en-US" dirty="0">
                <a:solidFill>
                  <a:schemeClr val="bg1"/>
                </a:solidFill>
              </a:rPr>
              <a:t>제공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다시하기 기능 제공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분석하기 기능 제공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A91F7-574B-4478-8CDC-4EAC1C7D02AE}"/>
              </a:ext>
            </a:extLst>
          </p:cNvPr>
          <p:cNvSpPr>
            <a:spLocks noChangeAspect="1"/>
          </p:cNvSpPr>
          <p:nvPr/>
        </p:nvSpPr>
        <p:spPr>
          <a:xfrm>
            <a:off x="2255664" y="1026053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5BB32-A365-40F9-8EDB-2DEFE9442EC0}"/>
              </a:ext>
            </a:extLst>
          </p:cNvPr>
          <p:cNvSpPr txBox="1"/>
          <p:nvPr/>
        </p:nvSpPr>
        <p:spPr>
          <a:xfrm>
            <a:off x="3105172" y="33014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확인 페이지</a:t>
            </a:r>
          </a:p>
        </p:txBody>
      </p:sp>
      <p:pic>
        <p:nvPicPr>
          <p:cNvPr id="5" name="그림 4" descr="실내, 방, 남자, 생활이(가) 표시된 사진&#10;&#10;자동 생성된 설명">
            <a:extLst>
              <a:ext uri="{FF2B5EF4-FFF2-40B4-BE49-F238E27FC236}">
                <a16:creationId xmlns:a16="http://schemas.microsoft.com/office/drawing/2014/main" id="{A5FFB4E9-7B73-45A7-B762-FF8C23852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63" y="1042583"/>
            <a:ext cx="3119599" cy="51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69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6756B31-E385-4903-AA14-EFA91E0D332B}"/>
              </a:ext>
            </a:extLst>
          </p:cNvPr>
          <p:cNvSpPr txBox="1"/>
          <p:nvPr/>
        </p:nvSpPr>
        <p:spPr>
          <a:xfrm>
            <a:off x="300038" y="251059"/>
            <a:ext cx="338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Pose Activity</a:t>
            </a:r>
            <a:endParaRPr lang="ko-KR" altLang="en-US" sz="2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8BBB3-2B31-4F6B-8CD3-4B1D84384DA0}"/>
              </a:ext>
            </a:extLst>
          </p:cNvPr>
          <p:cNvCxnSpPr/>
          <p:nvPr/>
        </p:nvCxnSpPr>
        <p:spPr>
          <a:xfrm>
            <a:off x="180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046B1A-AA94-4DB0-9203-46D1FB5C4A81}"/>
              </a:ext>
            </a:extLst>
          </p:cNvPr>
          <p:cNvCxnSpPr/>
          <p:nvPr/>
        </p:nvCxnSpPr>
        <p:spPr>
          <a:xfrm>
            <a:off x="11991975" y="209549"/>
            <a:ext cx="0" cy="55245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3AB60-9268-4269-8689-0BD74D2B9730}"/>
              </a:ext>
            </a:extLst>
          </p:cNvPr>
          <p:cNvCxnSpPr>
            <a:cxnSpLocks/>
          </p:cNvCxnSpPr>
          <p:nvPr/>
        </p:nvCxnSpPr>
        <p:spPr>
          <a:xfrm flipH="1">
            <a:off x="180977" y="209551"/>
            <a:ext cx="1181100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F1582-43F4-4D4F-9D1E-F0B8DD9CA364}"/>
              </a:ext>
            </a:extLst>
          </p:cNvPr>
          <p:cNvSpPr txBox="1"/>
          <p:nvPr/>
        </p:nvSpPr>
        <p:spPr>
          <a:xfrm>
            <a:off x="7095301" y="3053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리스트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CB3E-393C-4529-AE73-15F5235ECDB7}"/>
              </a:ext>
            </a:extLst>
          </p:cNvPr>
          <p:cNvSpPr/>
          <p:nvPr/>
        </p:nvSpPr>
        <p:spPr>
          <a:xfrm>
            <a:off x="6096000" y="1026053"/>
            <a:ext cx="3618412" cy="5120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5569-0298-4D64-A1F5-DA422E202784}"/>
              </a:ext>
            </a:extLst>
          </p:cNvPr>
          <p:cNvSpPr txBox="1"/>
          <p:nvPr/>
        </p:nvSpPr>
        <p:spPr>
          <a:xfrm>
            <a:off x="6226678" y="1140353"/>
            <a:ext cx="3386134" cy="2429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분석 결과</a:t>
            </a:r>
            <a:endParaRPr lang="en-US" altLang="ko-KR" sz="28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Pose Page</a:t>
            </a:r>
          </a:p>
          <a:p>
            <a:pPr algn="just">
              <a:lnSpc>
                <a:spcPct val="12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pc="-150" dirty="0">
                <a:solidFill>
                  <a:schemeClr val="bg1"/>
                </a:solidFill>
              </a:rPr>
              <a:t>정확한 자세의 </a:t>
            </a:r>
            <a:r>
              <a:rPr lang="en-US" altLang="ko-KR" spc="-150" dirty="0">
                <a:solidFill>
                  <a:schemeClr val="bg1"/>
                </a:solidFill>
              </a:rPr>
              <a:t>Skeleton Map</a:t>
            </a: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사용자 </a:t>
            </a:r>
            <a:r>
              <a:rPr lang="en-US" altLang="ko-KR" dirty="0">
                <a:solidFill>
                  <a:schemeClr val="bg1"/>
                </a:solidFill>
              </a:rPr>
              <a:t>Skeleton Map </a:t>
            </a:r>
            <a:r>
              <a:rPr lang="ko-KR" altLang="en-US" dirty="0">
                <a:solidFill>
                  <a:schemeClr val="bg1"/>
                </a:solidFill>
              </a:rPr>
              <a:t>제공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pc="-150" dirty="0">
                <a:solidFill>
                  <a:schemeClr val="bg1"/>
                </a:solidFill>
              </a:rPr>
              <a:t>자세의 </a:t>
            </a:r>
            <a:r>
              <a:rPr lang="en-US" altLang="ko-KR" spc="-150" dirty="0">
                <a:solidFill>
                  <a:schemeClr val="bg1"/>
                </a:solidFill>
              </a:rPr>
              <a:t>Precise Percentage </a:t>
            </a:r>
            <a:r>
              <a:rPr lang="ko-KR" altLang="en-US" spc="-150" dirty="0">
                <a:solidFill>
                  <a:schemeClr val="bg1"/>
                </a:solidFill>
              </a:rPr>
              <a:t>제공</a:t>
            </a:r>
            <a:endParaRPr lang="en-US" altLang="ko-KR" spc="-150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자세 교정 </a:t>
            </a:r>
            <a:r>
              <a:rPr lang="en-US" altLang="ko-KR" dirty="0">
                <a:solidFill>
                  <a:schemeClr val="bg1"/>
                </a:solidFill>
              </a:rPr>
              <a:t>Comment </a:t>
            </a:r>
            <a:r>
              <a:rPr lang="ko-KR" altLang="en-US" dirty="0">
                <a:solidFill>
                  <a:schemeClr val="bg1"/>
                </a:solidFill>
              </a:rPr>
              <a:t>제공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A91F7-574B-4478-8CDC-4EAC1C7D02AE}"/>
              </a:ext>
            </a:extLst>
          </p:cNvPr>
          <p:cNvSpPr>
            <a:spLocks noChangeAspect="1"/>
          </p:cNvSpPr>
          <p:nvPr/>
        </p:nvSpPr>
        <p:spPr>
          <a:xfrm>
            <a:off x="2255664" y="1026053"/>
            <a:ext cx="3119599" cy="519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5BB32-A365-40F9-8EDB-2DEFE9442EC0}"/>
              </a:ext>
            </a:extLst>
          </p:cNvPr>
          <p:cNvSpPr txBox="1"/>
          <p:nvPr/>
        </p:nvSpPr>
        <p:spPr>
          <a:xfrm>
            <a:off x="3105172" y="330146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AA7E4A-C186-4FA5-B661-F41AEE35E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64" y="1026053"/>
            <a:ext cx="3119599" cy="51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13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7CC3EE-268E-4BB9-A23E-16AF61DF0307}"/>
              </a:ext>
            </a:extLst>
          </p:cNvPr>
          <p:cNvSpPr txBox="1"/>
          <p:nvPr/>
        </p:nvSpPr>
        <p:spPr>
          <a:xfrm>
            <a:off x="2500315" y="2647949"/>
            <a:ext cx="7210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감사합니다</a:t>
            </a:r>
            <a:r>
              <a:rPr lang="en-US" altLang="ko-KR" sz="40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ko-KR" altLang="en-US" sz="40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1A2CE2A-7875-4048-A6BE-335EF930BDAE}"/>
              </a:ext>
            </a:extLst>
          </p:cNvPr>
          <p:cNvGrpSpPr/>
          <p:nvPr/>
        </p:nvGrpSpPr>
        <p:grpSpPr>
          <a:xfrm>
            <a:off x="1050589" y="-40482"/>
            <a:ext cx="3052764" cy="3052763"/>
            <a:chOff x="1050588" y="-40482"/>
            <a:chExt cx="3052764" cy="305276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392B31B-06AC-4D2C-A016-19FE8EF0F969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88" y="0"/>
              <a:ext cx="0" cy="148590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원호 7">
              <a:extLst>
                <a:ext uri="{FF2B5EF4-FFF2-40B4-BE49-F238E27FC236}">
                  <a16:creationId xmlns:a16="http://schemas.microsoft.com/office/drawing/2014/main" id="{9D3BCE8F-D339-4DAB-B8D8-9B36D570C6C3}"/>
                </a:ext>
              </a:extLst>
            </p:cNvPr>
            <p:cNvSpPr/>
            <p:nvPr/>
          </p:nvSpPr>
          <p:spPr>
            <a:xfrm rot="10800000">
              <a:off x="1050589" y="-40482"/>
              <a:ext cx="3052763" cy="3052763"/>
            </a:xfrm>
            <a:prstGeom prst="arc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184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</TotalTime>
  <Words>494</Words>
  <Application>Microsoft Office PowerPoint</Application>
  <PresentationFormat>와이드스크린</PresentationFormat>
  <Paragraphs>225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KoPub돋움체 Bold</vt:lpstr>
      <vt:lpstr>KoPub돋움체 Light</vt:lpstr>
      <vt:lpstr>KoPub돋움체 Medium</vt:lpstr>
      <vt:lpstr>나눔스퀘어</vt:lpstr>
      <vt:lpstr>나눔스퀘어 Bold</vt:lpstr>
      <vt:lpstr>돋움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</dc:creator>
  <cp:lastModifiedBy>배석훈</cp:lastModifiedBy>
  <cp:revision>56</cp:revision>
  <dcterms:created xsi:type="dcterms:W3CDTF">2018-08-30T06:30:09Z</dcterms:created>
  <dcterms:modified xsi:type="dcterms:W3CDTF">2020-04-27T12:46:47Z</dcterms:modified>
</cp:coreProperties>
</file>